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F8F2F-10DC-449E-A48D-B8C137507FA7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CB6B4-6899-47DC-B598-8D3921F82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05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16EF7FA5-CD31-B568-DB19-5DC73761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>
            <a:extLst>
              <a:ext uri="{FF2B5EF4-FFF2-40B4-BE49-F238E27FC236}">
                <a16:creationId xmlns:a16="http://schemas.microsoft.com/office/drawing/2014/main" id="{31EDE817-703A-D2F8-E936-B91E31B5A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>
            <a:extLst>
              <a:ext uri="{FF2B5EF4-FFF2-40B4-BE49-F238E27FC236}">
                <a16:creationId xmlns:a16="http://schemas.microsoft.com/office/drawing/2014/main" id="{6364ECD0-E8C3-3E5A-C4AE-9AEC301D43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484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8FCC-E589-74E1-9653-6607DADF5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D38D5-A2D4-DE01-4360-206D74654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304B3-A44F-36DB-2146-5C9DAA16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15FFA-4DFD-7F80-A87D-55F9C52E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0256C-80C1-FD65-5AE0-70A760A5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D7CB-307B-6B15-1664-3F3A9422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E6C4-DBC4-8666-C028-F66ADA747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7E9E-3DE1-B65B-28C4-D2F340A2B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FB892-CAB2-35A1-08B5-960AFCCA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98C9B-F9DE-3F70-5DD4-717AAF65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5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490F-9046-AFE2-4FCA-F743AAD44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27917-C7A4-1A90-30AC-B888B5F41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3D3F9-82E1-FE92-22F6-8338CAA9E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F8BBD-B790-D390-D995-CAC284B6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B1D59-7648-2117-4417-DE0FC751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1E22-BF25-24CF-46DB-7FCAD074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045E6-245E-7613-8CB7-9AA6CAA13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D5AC7-9D3B-7B32-F76D-08CBD57B6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2AF07-BFEE-1724-E41E-BABF6145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A0183-D819-461F-63CA-0364A066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346E2-20B3-8F53-6354-39142C4A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E48D-4F2C-DB1F-794D-7DBF8827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FF24B-B3A5-6BD4-2E92-DE7E9330E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6DE75-4E57-77B2-1E6B-87035C8FC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FD672-293D-4294-AF6D-106A278BE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24F83E-3816-110F-3AC5-72C85DD51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FF5F0-6769-1E3D-A356-13FBF2C6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56BC9-5085-9082-7F2D-DEE39465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CB133-D66C-7599-6B1F-1E9CD437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6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49FA-A4CE-8F6F-22BE-10F32BB34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BA32E-1CF1-31A9-84A2-1E669C58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2D7DC-5052-0E86-EF42-12F0E7F4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97D67-D6F0-A2B9-ADFF-F97AFE07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8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6F149-16E5-0D88-99A3-E7474DB8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07239-20A6-4B18-772B-734AE11D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E9B22-5968-B17A-6259-9218A15E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4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2FB0-55BD-1340-1C36-F4767D29B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A2106-CF38-69EE-E6BA-E87D3888C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04177-8A96-96CB-6C33-954CF6DBA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9EB87-6012-B351-D1F1-75BA1AD1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FEB5D-45D3-491D-8180-EF132DB8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08C90-2F8D-F54E-C6ED-9DA361CB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2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4381-FE57-D0CD-59E9-C19C0157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EB918-72C5-B652-A79C-D1204CA8B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6E24E-2B0A-A0E2-5BC0-391D88745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4B7E5-89AD-BE67-C525-AC82145D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CD00C-686B-A57C-95BD-CB7437F6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FD59B-5853-4775-2334-EDC02619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4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F7A2-C6FE-BEAA-0DD9-F5AF90E3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35D36-7EE3-3D4F-DCC7-53DDEAAEB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00A9D-2954-CBCE-6F6A-D60DA3A0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26403-4530-08F6-8F54-77BC5E04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821FC-6952-36F3-FC37-953311F8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2BE74-F620-E782-CD97-68A44E143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86E7B-85B8-EFAA-C887-280F44073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12306-41D4-5CB1-6112-2E18C04B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59E94-9F98-9ED6-431C-2999DEE0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DCF6-839F-9122-6923-22D802A6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2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645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F148A-A680-B8F4-7CA3-BCD2F1BD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2763D-1211-F11B-C0FC-29E7C4141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AA494-8AA3-29F7-C29B-677ECA091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5E0F2-36ED-4A45-839F-39772DF6311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0AC6E-A342-A022-D97A-356875B14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6DE4B-64D4-8442-9980-BB40B74B2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29275-9AC8-4A50-8603-1A029FCD9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0E5060A7-0F48-2105-72C6-4C77C32C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6C0280-0739-D357-0130-3F05421DACDC}"/>
              </a:ext>
            </a:extLst>
          </p:cNvPr>
          <p:cNvSpPr/>
          <p:nvPr/>
        </p:nvSpPr>
        <p:spPr>
          <a:xfrm>
            <a:off x="0" y="-117035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+-+-+-++-</a:t>
            </a:r>
          </a:p>
        </p:txBody>
      </p:sp>
      <p:pic>
        <p:nvPicPr>
          <p:cNvPr id="464" name="Google Shape;464;p16">
            <a:extLst>
              <a:ext uri="{FF2B5EF4-FFF2-40B4-BE49-F238E27FC236}">
                <a16:creationId xmlns:a16="http://schemas.microsoft.com/office/drawing/2014/main" id="{45237BFC-7844-A46D-553C-7B5B9D25AE94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293" b="76029"/>
          <a:stretch>
            <a:fillRect/>
          </a:stretch>
        </p:blipFill>
        <p:spPr>
          <a:xfrm>
            <a:off x="1" y="117035"/>
            <a:ext cx="2330452" cy="158778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>
            <a:extLst>
              <a:ext uri="{FF2B5EF4-FFF2-40B4-BE49-F238E27FC236}">
                <a16:creationId xmlns:a16="http://schemas.microsoft.com/office/drawing/2014/main" id="{42602E38-EF75-F6E7-7D06-4A93C65FD59A}"/>
              </a:ext>
            </a:extLst>
          </p:cNvPr>
          <p:cNvSpPr txBox="1"/>
          <p:nvPr/>
        </p:nvSpPr>
        <p:spPr>
          <a:xfrm>
            <a:off x="603801" y="2095907"/>
            <a:ext cx="10984398" cy="390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25CS2101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Front End Development Frameworks For Web Applications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lvl="0"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Calibri"/>
              </a:rPr>
              <a:t>Design of Ecommerce Web Application using HTML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="1" cap="all" dirty="0">
              <a:ln/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Dr. suneetha Bulla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20319F-16D0-EA8B-E860-164F915AA56C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+-+--+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8B884B-3AEC-199C-1907-D2BDB006E496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>
            <a:extLst>
              <a:ext uri="{FF2B5EF4-FFF2-40B4-BE49-F238E27FC236}">
                <a16:creationId xmlns:a16="http://schemas.microsoft.com/office/drawing/2014/main" id="{7620CC08-977C-81E5-54F9-0D6C85C49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7766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23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BioRhyme ExtraBold</vt:lpstr>
      <vt:lpstr>Calibri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Suneetha Bulla</dc:creator>
  <cp:lastModifiedBy>Dr Suneetha Bulla</cp:lastModifiedBy>
  <cp:revision>15</cp:revision>
  <dcterms:created xsi:type="dcterms:W3CDTF">2025-07-10T10:40:57Z</dcterms:created>
  <dcterms:modified xsi:type="dcterms:W3CDTF">2026-08-07T17:12:18Z</dcterms:modified>
</cp:coreProperties>
</file>